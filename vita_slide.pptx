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00FF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00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VICTIM IDENTIFICATION &amp; TRIAGE ASSISTANT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18288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61B22"/>
          </a:solidFill>
          <a:ln w="12700">
            <a:solidFill>
              <a:srgbClr val="2630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0FF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386584"/>
            <a:ext cx="109728" cy="109728"/>
          </a:xfrm>
          <a:prstGeom prst="ellipse">
            <a:avLst/>
          </a:prstGeom>
          <a:solidFill>
            <a:srgbClr val="00B8FF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258568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Detects people in thermal imagery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 when partially hidden by rubble or debris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374136"/>
            <a:ext cx="109728" cy="109728"/>
          </a:xfrm>
          <a:prstGeom prst="ellipse">
            <a:avLst/>
          </a:prstGeom>
          <a:solidFill>
            <a:srgbClr val="00B8FF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24612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Outputs a calibrated confidence score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detection — not just a box, a probability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361688"/>
            <a:ext cx="109728" cy="109728"/>
          </a:xfrm>
          <a:prstGeom prst="ellipse">
            <a:avLst/>
          </a:prstGeom>
          <a:solidFill>
            <a:srgbClr val="00B8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233672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Tracks individuals across drone video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assigning persistent IDs frame-to-frame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5349240"/>
            <a:ext cx="109728" cy="109728"/>
          </a:xfrm>
          <a:prstGeom prst="ellipse">
            <a:avLst/>
          </a:prstGeom>
          <a:solidFill>
            <a:srgbClr val="00B8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5221224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Color-codes results by confidence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green / orange / red — for instant triage at a glance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169164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61B22"/>
          </a:solidFill>
          <a:ln w="12700">
            <a:solidFill>
              <a:srgbClr val="2630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0FF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IT'S USEFUL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46520" y="2386584"/>
            <a:ext cx="109728" cy="109728"/>
          </a:xfrm>
          <a:prstGeom prst="ellipse">
            <a:avLst/>
          </a:prstGeom>
          <a:solidFill>
            <a:srgbClr val="00FF9D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225856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Speed matters most in the first 72 hours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survival odds drop sharply the longer a search takes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46520" y="3374136"/>
            <a:ext cx="109728" cy="109728"/>
          </a:xfrm>
          <a:prstGeom prst="ellipse">
            <a:avLst/>
          </a:prstGeom>
          <a:solidFill>
            <a:srgbClr val="00FF9D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324612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Confidence scores support triage, not just detection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responders can prioritize high-certainty finds first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46520" y="4361688"/>
            <a:ext cx="109728" cy="109728"/>
          </a:xfrm>
          <a:prstGeom prst="ellipse">
            <a:avLst/>
          </a:prstGeom>
          <a:solidFill>
            <a:srgbClr val="00FF9D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4233672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where GPS and comms often don't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thermal + on-device inference needs no network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46520" y="5349240"/>
            <a:ext cx="109728" cy="109728"/>
          </a:xfrm>
          <a:prstGeom prst="ellipse">
            <a:avLst/>
          </a:prstGeom>
          <a:solidFill>
            <a:srgbClr val="00FF9D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5221224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on open, cited research (POP dataset)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extensible to visible-light and multi-sensor fusion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 HACKATHON PROTOTYPE   </a:t>
            </a:r>
            <a:pPr algn="ctr" indent="0" marL="0">
              <a:buNone/>
            </a:pPr>
            <a:r>
              <a:rPr lang="en-US" sz="1000" spc="100" kern="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 YOLOv8n + ByteTrack   </a:t>
            </a:r>
            <a:pPr algn="ctr" indent="0" marL="0">
              <a:buNone/>
            </a:pPr>
            <a:r>
              <a:rPr lang="en-US" sz="1000" spc="100" kern="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 Trained on POP (thermal SAR dataset)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2026-08-15T17:46:00Z</dcterms:created>
  <dcterms:modified xsi:type="dcterms:W3CDTF">2026-08-15T17:46:00Z</dcterms:modified>
</cp:coreProperties>
</file>